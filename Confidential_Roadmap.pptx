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Confidential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Acquisition Targets: Rival Corp, Stealth AI. Budget: 50M. Passwords: admin123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